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AE36C3-8C6C-4BCF-A3BE-BD90E3667B7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693DE1B3-8562-4362-8F7C-64388917BB59}">
      <dgm:prSet phldrT="[Texto]"/>
      <dgm:spPr/>
      <dgm:t>
        <a:bodyPr/>
        <a:lstStyle/>
        <a:p>
          <a:r>
            <a:rPr lang="es-ES" dirty="0"/>
            <a:t>Beneficios de la tecnología </a:t>
          </a:r>
        </a:p>
      </dgm:t>
    </dgm:pt>
    <dgm:pt modelId="{AA8E5B39-1303-4DA9-AA32-5E5897B949BF}" type="parTrans" cxnId="{5E2B7C03-F997-4DBC-A0E8-AACCC7D85DBE}">
      <dgm:prSet/>
      <dgm:spPr/>
      <dgm:t>
        <a:bodyPr/>
        <a:lstStyle/>
        <a:p>
          <a:endParaRPr lang="es-ES"/>
        </a:p>
      </dgm:t>
    </dgm:pt>
    <dgm:pt modelId="{1B44A407-DCD9-49B9-9E2B-0CBB90C6153D}" type="sibTrans" cxnId="{5E2B7C03-F997-4DBC-A0E8-AACCC7D85DBE}">
      <dgm:prSet/>
      <dgm:spPr/>
      <dgm:t>
        <a:bodyPr/>
        <a:lstStyle/>
        <a:p>
          <a:endParaRPr lang="es-ES"/>
        </a:p>
      </dgm:t>
    </dgm:pt>
    <dgm:pt modelId="{E7FBB8D2-8C3D-4786-863B-18BC2932C500}">
      <dgm:prSet phldrT="[Texto]"/>
      <dgm:spPr/>
      <dgm:t>
        <a:bodyPr/>
        <a:lstStyle/>
        <a:p>
          <a:r>
            <a:rPr lang="es-ES" b="0" dirty="0"/>
            <a:t>Facilita la comunicación a nivel global.</a:t>
          </a:r>
        </a:p>
      </dgm:t>
    </dgm:pt>
    <dgm:pt modelId="{78B54794-6F5A-4C93-AEF2-E191CE6DDE42}" type="parTrans" cxnId="{1B705945-A63A-408B-B31A-9BDB73FCBCCB}">
      <dgm:prSet/>
      <dgm:spPr/>
      <dgm:t>
        <a:bodyPr/>
        <a:lstStyle/>
        <a:p>
          <a:endParaRPr lang="es-ES"/>
        </a:p>
      </dgm:t>
    </dgm:pt>
    <dgm:pt modelId="{E48B312B-E0C9-4690-A1E3-D2ED47FECC86}" type="sibTrans" cxnId="{1B705945-A63A-408B-B31A-9BDB73FCBCCB}">
      <dgm:prSet/>
      <dgm:spPr/>
      <dgm:t>
        <a:bodyPr/>
        <a:lstStyle/>
        <a:p>
          <a:endParaRPr lang="es-ES"/>
        </a:p>
      </dgm:t>
    </dgm:pt>
    <dgm:pt modelId="{11EFA2C5-BDC7-4553-A2D6-9CF923D76B57}">
      <dgm:prSet phldrT="[Texto]"/>
      <dgm:spPr/>
      <dgm:t>
        <a:bodyPr/>
        <a:lstStyle/>
        <a:p>
          <a:r>
            <a:rPr lang="es-ES" b="0" dirty="0"/>
            <a:t>Apoya la inclusión de personas con discapacidades</a:t>
          </a:r>
          <a:r>
            <a:rPr lang="es-ES" b="1" dirty="0"/>
            <a:t>.</a:t>
          </a:r>
          <a:endParaRPr lang="es-ES" dirty="0"/>
        </a:p>
      </dgm:t>
    </dgm:pt>
    <dgm:pt modelId="{ECB53CD1-E6D7-41E3-A5E5-0E73841EBB7B}" type="parTrans" cxnId="{EECCA4D0-F4D8-455F-9050-ABE498C3EA85}">
      <dgm:prSet/>
      <dgm:spPr/>
      <dgm:t>
        <a:bodyPr/>
        <a:lstStyle/>
        <a:p>
          <a:endParaRPr lang="es-ES"/>
        </a:p>
      </dgm:t>
    </dgm:pt>
    <dgm:pt modelId="{1D6458F1-39DA-43D2-80E4-EF61754D630D}" type="sibTrans" cxnId="{EECCA4D0-F4D8-455F-9050-ABE498C3EA85}">
      <dgm:prSet/>
      <dgm:spPr/>
      <dgm:t>
        <a:bodyPr/>
        <a:lstStyle/>
        <a:p>
          <a:endParaRPr lang="es-ES"/>
        </a:p>
      </dgm:t>
    </dgm:pt>
    <dgm:pt modelId="{70F032F5-B0B6-40D6-B7AF-A4F0BA51232E}">
      <dgm:prSet phldrT="[Texto]"/>
      <dgm:spPr/>
      <dgm:t>
        <a:bodyPr/>
        <a:lstStyle/>
        <a:p>
          <a:r>
            <a:rPr lang="es-ES" b="0" dirty="0"/>
            <a:t>Permite el desarrollo de nuevas habilidades digitales</a:t>
          </a:r>
          <a:r>
            <a:rPr lang="es-ES" b="1" dirty="0"/>
            <a:t>.</a:t>
          </a:r>
          <a:endParaRPr lang="es-ES" dirty="0"/>
        </a:p>
      </dgm:t>
    </dgm:pt>
    <dgm:pt modelId="{C17FC2C4-9C2E-4507-AEE9-62C6EB3123DD}" type="parTrans" cxnId="{D3765085-D208-4360-8ADE-6BF93FBD325A}">
      <dgm:prSet/>
      <dgm:spPr/>
      <dgm:t>
        <a:bodyPr/>
        <a:lstStyle/>
        <a:p>
          <a:endParaRPr lang="es-ES"/>
        </a:p>
      </dgm:t>
    </dgm:pt>
    <dgm:pt modelId="{FA910DF3-D65F-4B05-A2B4-9773F270BF27}" type="sibTrans" cxnId="{D3765085-D208-4360-8ADE-6BF93FBD325A}">
      <dgm:prSet/>
      <dgm:spPr/>
      <dgm:t>
        <a:bodyPr/>
        <a:lstStyle/>
        <a:p>
          <a:endParaRPr lang="es-ES"/>
        </a:p>
      </dgm:t>
    </dgm:pt>
    <dgm:pt modelId="{DD4FCD25-AA1D-40A3-BDC1-CB9291CADA54}">
      <dgm:prSet phldrT="[Texto]"/>
      <dgm:spPr/>
      <dgm:t>
        <a:bodyPr/>
        <a:lstStyle/>
        <a:p>
          <a:r>
            <a:rPr lang="es-ES" b="0" dirty="0"/>
            <a:t>Fomenta el aprendizaje a distancia y personalizado.</a:t>
          </a:r>
        </a:p>
      </dgm:t>
    </dgm:pt>
    <dgm:pt modelId="{58668AEE-6A3C-4C96-ADD7-6381F95B871A}" type="parTrans" cxnId="{2166AADE-6E36-4AFC-A9A0-DB55D0E6EF49}">
      <dgm:prSet/>
      <dgm:spPr/>
      <dgm:t>
        <a:bodyPr/>
        <a:lstStyle/>
        <a:p>
          <a:endParaRPr lang="es-ES"/>
        </a:p>
      </dgm:t>
    </dgm:pt>
    <dgm:pt modelId="{6BE34034-07F9-469F-936C-069DE0174806}" type="sibTrans" cxnId="{2166AADE-6E36-4AFC-A9A0-DB55D0E6EF49}">
      <dgm:prSet/>
      <dgm:spPr/>
      <dgm:t>
        <a:bodyPr/>
        <a:lstStyle/>
        <a:p>
          <a:endParaRPr lang="es-ES"/>
        </a:p>
      </dgm:t>
    </dgm:pt>
    <dgm:pt modelId="{E47D1E02-4388-4C6D-AE75-6A2CCFAA85E4}">
      <dgm:prSet phldrT="[Texto]"/>
      <dgm:spPr/>
      <dgm:t>
        <a:bodyPr/>
        <a:lstStyle/>
        <a:p>
          <a:r>
            <a:rPr lang="es-ES" dirty="0"/>
            <a:t>Ofrece herramientas de entretenimiento y creatividad</a:t>
          </a:r>
        </a:p>
      </dgm:t>
    </dgm:pt>
    <dgm:pt modelId="{763DD5AB-A3FD-4115-88F1-8D31A9E0F6F1}" type="parTrans" cxnId="{45F1A1DB-4C82-4BA1-BF82-0115A0AA801D}">
      <dgm:prSet/>
      <dgm:spPr/>
      <dgm:t>
        <a:bodyPr/>
        <a:lstStyle/>
        <a:p>
          <a:endParaRPr lang="es-ES"/>
        </a:p>
      </dgm:t>
    </dgm:pt>
    <dgm:pt modelId="{182F04A5-90E7-4D51-9AC4-780CB46A7E31}" type="sibTrans" cxnId="{45F1A1DB-4C82-4BA1-BF82-0115A0AA801D}">
      <dgm:prSet/>
      <dgm:spPr/>
      <dgm:t>
        <a:bodyPr/>
        <a:lstStyle/>
        <a:p>
          <a:endParaRPr lang="es-ES"/>
        </a:p>
      </dgm:t>
    </dgm:pt>
    <dgm:pt modelId="{FC20EB64-FA9C-4195-BC49-AB1FB9AD047D}">
      <dgm:prSet phldrT="[Texto]"/>
      <dgm:spPr/>
      <dgm:t>
        <a:bodyPr/>
        <a:lstStyle/>
        <a:p>
          <a:r>
            <a:rPr lang="es-ES" dirty="0"/>
            <a:t>Favorece la colaboración en tiempo real.</a:t>
          </a:r>
        </a:p>
      </dgm:t>
    </dgm:pt>
    <dgm:pt modelId="{61EFFA53-B665-4080-A1B1-968553112ECA}" type="parTrans" cxnId="{44A0F261-FD2A-4318-98A2-333D1BA9540C}">
      <dgm:prSet/>
      <dgm:spPr/>
      <dgm:t>
        <a:bodyPr/>
        <a:lstStyle/>
        <a:p>
          <a:endParaRPr lang="es-ES"/>
        </a:p>
      </dgm:t>
    </dgm:pt>
    <dgm:pt modelId="{64E34EEF-44A9-47AB-BB81-B65224BFB881}" type="sibTrans" cxnId="{44A0F261-FD2A-4318-98A2-333D1BA9540C}">
      <dgm:prSet/>
      <dgm:spPr/>
      <dgm:t>
        <a:bodyPr/>
        <a:lstStyle/>
        <a:p>
          <a:endParaRPr lang="es-ES"/>
        </a:p>
      </dgm:t>
    </dgm:pt>
    <dgm:pt modelId="{33DBF32A-8C1D-4875-BB3B-1119412C16C7}">
      <dgm:prSet/>
      <dgm:spPr/>
      <dgm:t>
        <a:bodyPr/>
        <a:lstStyle/>
        <a:p>
          <a:r>
            <a:rPr lang="es-ES" dirty="0"/>
            <a:t>Acceso rápido a la información.</a:t>
          </a:r>
        </a:p>
      </dgm:t>
    </dgm:pt>
    <dgm:pt modelId="{4C8B7A0F-0574-4520-A01A-9FD05E65C148}" type="parTrans" cxnId="{0679A938-5D4B-439D-9206-7B9F99C2EE16}">
      <dgm:prSet/>
      <dgm:spPr/>
      <dgm:t>
        <a:bodyPr/>
        <a:lstStyle/>
        <a:p>
          <a:endParaRPr lang="es-ES"/>
        </a:p>
      </dgm:t>
    </dgm:pt>
    <dgm:pt modelId="{0664A59D-E596-417D-B151-6FC03E6E9456}" type="sibTrans" cxnId="{0679A938-5D4B-439D-9206-7B9F99C2EE16}">
      <dgm:prSet/>
      <dgm:spPr/>
      <dgm:t>
        <a:bodyPr/>
        <a:lstStyle/>
        <a:p>
          <a:endParaRPr lang="es-ES"/>
        </a:p>
      </dgm:t>
    </dgm:pt>
    <dgm:pt modelId="{753402A9-975A-4E1F-BF70-195ABB3AC8B2}">
      <dgm:prSet/>
      <dgm:spPr/>
      <dgm:t>
        <a:bodyPr/>
        <a:lstStyle/>
        <a:p>
          <a:r>
            <a:rPr lang="es-ES" dirty="0"/>
            <a:t>Impulsa la innovación en todos los sectores.</a:t>
          </a:r>
        </a:p>
      </dgm:t>
    </dgm:pt>
    <dgm:pt modelId="{CA59B4A3-E61C-4399-9EF0-B0E6A8FE1A66}" type="parTrans" cxnId="{A61FC8DB-23C0-4588-8B00-4B3ED5A5D261}">
      <dgm:prSet/>
      <dgm:spPr/>
      <dgm:t>
        <a:bodyPr/>
        <a:lstStyle/>
        <a:p>
          <a:endParaRPr lang="es-ES"/>
        </a:p>
      </dgm:t>
    </dgm:pt>
    <dgm:pt modelId="{D39E1562-D983-4388-B9D2-794163CC6FCF}" type="sibTrans" cxnId="{A61FC8DB-23C0-4588-8B00-4B3ED5A5D261}">
      <dgm:prSet/>
      <dgm:spPr/>
      <dgm:t>
        <a:bodyPr/>
        <a:lstStyle/>
        <a:p>
          <a:endParaRPr lang="es-ES"/>
        </a:p>
      </dgm:t>
    </dgm:pt>
    <dgm:pt modelId="{97A8F2D7-E147-4E83-8EE7-A3826D2C648B}" type="pres">
      <dgm:prSet presAssocID="{61AE36C3-8C6C-4BCF-A3BE-BD90E3667B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AAAFA17-B557-4322-AA5F-8FA428D306BA}" type="pres">
      <dgm:prSet presAssocID="{693DE1B3-8562-4362-8F7C-64388917BB59}" presName="hierRoot1" presStyleCnt="0"/>
      <dgm:spPr/>
    </dgm:pt>
    <dgm:pt modelId="{5FE7556C-FDF9-4A84-896C-D33CA5213BB1}" type="pres">
      <dgm:prSet presAssocID="{693DE1B3-8562-4362-8F7C-64388917BB59}" presName="composite" presStyleCnt="0"/>
      <dgm:spPr/>
    </dgm:pt>
    <dgm:pt modelId="{471ED410-3D05-4FCA-90DE-504DA4909E67}" type="pres">
      <dgm:prSet presAssocID="{693DE1B3-8562-4362-8F7C-64388917BB59}" presName="background" presStyleLbl="node0" presStyleIdx="0" presStyleCnt="1"/>
      <dgm:spPr/>
    </dgm:pt>
    <dgm:pt modelId="{43484FF0-B88D-4B55-8B21-A56B5675FA75}" type="pres">
      <dgm:prSet presAssocID="{693DE1B3-8562-4362-8F7C-64388917BB59}" presName="text" presStyleLbl="fgAcc0" presStyleIdx="0" presStyleCnt="1">
        <dgm:presLayoutVars>
          <dgm:chPref val="3"/>
        </dgm:presLayoutVars>
      </dgm:prSet>
      <dgm:spPr/>
    </dgm:pt>
    <dgm:pt modelId="{06DE98B9-59BA-4A92-AA38-007F8D54359D}" type="pres">
      <dgm:prSet presAssocID="{693DE1B3-8562-4362-8F7C-64388917BB59}" presName="hierChild2" presStyleCnt="0"/>
      <dgm:spPr/>
    </dgm:pt>
    <dgm:pt modelId="{C6269526-6A36-45A2-BD86-9AF29D2C20E5}" type="pres">
      <dgm:prSet presAssocID="{78B54794-6F5A-4C93-AEF2-E191CE6DDE42}" presName="Name10" presStyleLbl="parChTrans1D2" presStyleIdx="0" presStyleCnt="3"/>
      <dgm:spPr/>
    </dgm:pt>
    <dgm:pt modelId="{37F5A805-B713-4CCF-8D70-8BE230F923ED}" type="pres">
      <dgm:prSet presAssocID="{E7FBB8D2-8C3D-4786-863B-18BC2932C500}" presName="hierRoot2" presStyleCnt="0"/>
      <dgm:spPr/>
    </dgm:pt>
    <dgm:pt modelId="{4F7656C8-AE53-4054-BE96-C29AE9253F86}" type="pres">
      <dgm:prSet presAssocID="{E7FBB8D2-8C3D-4786-863B-18BC2932C500}" presName="composite2" presStyleCnt="0"/>
      <dgm:spPr/>
    </dgm:pt>
    <dgm:pt modelId="{7DFC3D8A-8F86-4406-8764-AF4B3B49F331}" type="pres">
      <dgm:prSet presAssocID="{E7FBB8D2-8C3D-4786-863B-18BC2932C500}" presName="background2" presStyleLbl="node2" presStyleIdx="0" presStyleCnt="3"/>
      <dgm:spPr/>
    </dgm:pt>
    <dgm:pt modelId="{27208988-406B-4853-BCE5-767C13F15FC6}" type="pres">
      <dgm:prSet presAssocID="{E7FBB8D2-8C3D-4786-863B-18BC2932C500}" presName="text2" presStyleLbl="fgAcc2" presStyleIdx="0" presStyleCnt="3">
        <dgm:presLayoutVars>
          <dgm:chPref val="3"/>
        </dgm:presLayoutVars>
      </dgm:prSet>
      <dgm:spPr/>
    </dgm:pt>
    <dgm:pt modelId="{E03A0787-197B-47D6-8426-8F58E6FFD854}" type="pres">
      <dgm:prSet presAssocID="{E7FBB8D2-8C3D-4786-863B-18BC2932C500}" presName="hierChild3" presStyleCnt="0"/>
      <dgm:spPr/>
    </dgm:pt>
    <dgm:pt modelId="{5493FAEB-576E-4A17-B436-4787B043AF36}" type="pres">
      <dgm:prSet presAssocID="{ECB53CD1-E6D7-41E3-A5E5-0E73841EBB7B}" presName="Name17" presStyleLbl="parChTrans1D3" presStyleIdx="0" presStyleCnt="5"/>
      <dgm:spPr/>
    </dgm:pt>
    <dgm:pt modelId="{D0561164-0A76-421E-AB9F-E766F0CF9B72}" type="pres">
      <dgm:prSet presAssocID="{11EFA2C5-BDC7-4553-A2D6-9CF923D76B57}" presName="hierRoot3" presStyleCnt="0"/>
      <dgm:spPr/>
    </dgm:pt>
    <dgm:pt modelId="{12667AD9-0603-453D-91F1-FD96A498BA52}" type="pres">
      <dgm:prSet presAssocID="{11EFA2C5-BDC7-4553-A2D6-9CF923D76B57}" presName="composite3" presStyleCnt="0"/>
      <dgm:spPr/>
    </dgm:pt>
    <dgm:pt modelId="{74DE7C0E-2B5A-45F1-A2EB-5FDB2BD87565}" type="pres">
      <dgm:prSet presAssocID="{11EFA2C5-BDC7-4553-A2D6-9CF923D76B57}" presName="background3" presStyleLbl="node3" presStyleIdx="0" presStyleCnt="5"/>
      <dgm:spPr/>
    </dgm:pt>
    <dgm:pt modelId="{2305378D-8F56-4748-8E0C-E913BC095935}" type="pres">
      <dgm:prSet presAssocID="{11EFA2C5-BDC7-4553-A2D6-9CF923D76B57}" presName="text3" presStyleLbl="fgAcc3" presStyleIdx="0" presStyleCnt="5">
        <dgm:presLayoutVars>
          <dgm:chPref val="3"/>
        </dgm:presLayoutVars>
      </dgm:prSet>
      <dgm:spPr/>
    </dgm:pt>
    <dgm:pt modelId="{E06E805A-0DAF-43B6-B772-CD0874859707}" type="pres">
      <dgm:prSet presAssocID="{11EFA2C5-BDC7-4553-A2D6-9CF923D76B57}" presName="hierChild4" presStyleCnt="0"/>
      <dgm:spPr/>
    </dgm:pt>
    <dgm:pt modelId="{1C4E234E-1E45-4F15-B80C-222DE2877306}" type="pres">
      <dgm:prSet presAssocID="{CA59B4A3-E61C-4399-9EF0-B0E6A8FE1A66}" presName="Name17" presStyleLbl="parChTrans1D3" presStyleIdx="1" presStyleCnt="5"/>
      <dgm:spPr/>
    </dgm:pt>
    <dgm:pt modelId="{6B65043B-EA00-4818-8189-9D26ECF40990}" type="pres">
      <dgm:prSet presAssocID="{753402A9-975A-4E1F-BF70-195ABB3AC8B2}" presName="hierRoot3" presStyleCnt="0"/>
      <dgm:spPr/>
    </dgm:pt>
    <dgm:pt modelId="{92D73E4C-EA72-4466-80DA-944D816AB12B}" type="pres">
      <dgm:prSet presAssocID="{753402A9-975A-4E1F-BF70-195ABB3AC8B2}" presName="composite3" presStyleCnt="0"/>
      <dgm:spPr/>
    </dgm:pt>
    <dgm:pt modelId="{849B1495-8466-4987-B20E-4EE86DAA25C9}" type="pres">
      <dgm:prSet presAssocID="{753402A9-975A-4E1F-BF70-195ABB3AC8B2}" presName="background3" presStyleLbl="node3" presStyleIdx="1" presStyleCnt="5"/>
      <dgm:spPr/>
    </dgm:pt>
    <dgm:pt modelId="{8135A3DE-8FD0-4B5F-8969-61A5761544D9}" type="pres">
      <dgm:prSet presAssocID="{753402A9-975A-4E1F-BF70-195ABB3AC8B2}" presName="text3" presStyleLbl="fgAcc3" presStyleIdx="1" presStyleCnt="5">
        <dgm:presLayoutVars>
          <dgm:chPref val="3"/>
        </dgm:presLayoutVars>
      </dgm:prSet>
      <dgm:spPr/>
    </dgm:pt>
    <dgm:pt modelId="{A88642AB-C31D-4F67-BA77-3021C16942A7}" type="pres">
      <dgm:prSet presAssocID="{753402A9-975A-4E1F-BF70-195ABB3AC8B2}" presName="hierChild4" presStyleCnt="0"/>
      <dgm:spPr/>
    </dgm:pt>
    <dgm:pt modelId="{F1C3A14C-6E70-408C-9379-16B4A0707835}" type="pres">
      <dgm:prSet presAssocID="{C17FC2C4-9C2E-4507-AEE9-62C6EB3123DD}" presName="Name17" presStyleLbl="parChTrans1D3" presStyleIdx="2" presStyleCnt="5"/>
      <dgm:spPr/>
    </dgm:pt>
    <dgm:pt modelId="{D007ADFC-9D83-44F7-85FC-F5410929F0AB}" type="pres">
      <dgm:prSet presAssocID="{70F032F5-B0B6-40D6-B7AF-A4F0BA51232E}" presName="hierRoot3" presStyleCnt="0"/>
      <dgm:spPr/>
    </dgm:pt>
    <dgm:pt modelId="{C790762D-F78D-46DA-9935-4D03B85EEB71}" type="pres">
      <dgm:prSet presAssocID="{70F032F5-B0B6-40D6-B7AF-A4F0BA51232E}" presName="composite3" presStyleCnt="0"/>
      <dgm:spPr/>
    </dgm:pt>
    <dgm:pt modelId="{7D66B5C4-1335-4DC9-AAA4-6B3AD3395614}" type="pres">
      <dgm:prSet presAssocID="{70F032F5-B0B6-40D6-B7AF-A4F0BA51232E}" presName="background3" presStyleLbl="node3" presStyleIdx="2" presStyleCnt="5"/>
      <dgm:spPr/>
    </dgm:pt>
    <dgm:pt modelId="{E5C7A094-DFB9-4AFE-B76F-D5A1444E7105}" type="pres">
      <dgm:prSet presAssocID="{70F032F5-B0B6-40D6-B7AF-A4F0BA51232E}" presName="text3" presStyleLbl="fgAcc3" presStyleIdx="2" presStyleCnt="5">
        <dgm:presLayoutVars>
          <dgm:chPref val="3"/>
        </dgm:presLayoutVars>
      </dgm:prSet>
      <dgm:spPr/>
    </dgm:pt>
    <dgm:pt modelId="{4782FB0A-2A05-4D56-905A-32B809754D93}" type="pres">
      <dgm:prSet presAssocID="{70F032F5-B0B6-40D6-B7AF-A4F0BA51232E}" presName="hierChild4" presStyleCnt="0"/>
      <dgm:spPr/>
    </dgm:pt>
    <dgm:pt modelId="{C1681722-A88A-4C97-95E8-D3D56A4B0243}" type="pres">
      <dgm:prSet presAssocID="{4C8B7A0F-0574-4520-A01A-9FD05E65C148}" presName="Name10" presStyleLbl="parChTrans1D2" presStyleIdx="1" presStyleCnt="3"/>
      <dgm:spPr/>
    </dgm:pt>
    <dgm:pt modelId="{A91C327D-2A12-4AA5-BF77-57DC6D00B00A}" type="pres">
      <dgm:prSet presAssocID="{33DBF32A-8C1D-4875-BB3B-1119412C16C7}" presName="hierRoot2" presStyleCnt="0"/>
      <dgm:spPr/>
    </dgm:pt>
    <dgm:pt modelId="{C85F2E8B-572E-4C1E-A6B5-56FD5E104874}" type="pres">
      <dgm:prSet presAssocID="{33DBF32A-8C1D-4875-BB3B-1119412C16C7}" presName="composite2" presStyleCnt="0"/>
      <dgm:spPr/>
    </dgm:pt>
    <dgm:pt modelId="{D4EB95FA-84E1-4493-9673-6CF0FF983BAB}" type="pres">
      <dgm:prSet presAssocID="{33DBF32A-8C1D-4875-BB3B-1119412C16C7}" presName="background2" presStyleLbl="node2" presStyleIdx="1" presStyleCnt="3"/>
      <dgm:spPr/>
    </dgm:pt>
    <dgm:pt modelId="{F5153CFA-D018-4D84-A5E8-3A5817E688A2}" type="pres">
      <dgm:prSet presAssocID="{33DBF32A-8C1D-4875-BB3B-1119412C16C7}" presName="text2" presStyleLbl="fgAcc2" presStyleIdx="1" presStyleCnt="3">
        <dgm:presLayoutVars>
          <dgm:chPref val="3"/>
        </dgm:presLayoutVars>
      </dgm:prSet>
      <dgm:spPr/>
    </dgm:pt>
    <dgm:pt modelId="{390D7A7B-F347-426A-9BC6-827B098FF285}" type="pres">
      <dgm:prSet presAssocID="{33DBF32A-8C1D-4875-BB3B-1119412C16C7}" presName="hierChild3" presStyleCnt="0"/>
      <dgm:spPr/>
    </dgm:pt>
    <dgm:pt modelId="{2730F06B-D22B-46C4-833C-FA1310C0725B}" type="pres">
      <dgm:prSet presAssocID="{58668AEE-6A3C-4C96-ADD7-6381F95B871A}" presName="Name10" presStyleLbl="parChTrans1D2" presStyleIdx="2" presStyleCnt="3"/>
      <dgm:spPr/>
    </dgm:pt>
    <dgm:pt modelId="{927F2097-E718-47DD-A937-CA8D70FAFFAA}" type="pres">
      <dgm:prSet presAssocID="{DD4FCD25-AA1D-40A3-BDC1-CB9291CADA54}" presName="hierRoot2" presStyleCnt="0"/>
      <dgm:spPr/>
    </dgm:pt>
    <dgm:pt modelId="{40E10023-6EB2-4E45-8A50-849A8166DE7A}" type="pres">
      <dgm:prSet presAssocID="{DD4FCD25-AA1D-40A3-BDC1-CB9291CADA54}" presName="composite2" presStyleCnt="0"/>
      <dgm:spPr/>
    </dgm:pt>
    <dgm:pt modelId="{9ADDCFEE-626B-496C-A797-8FBD86532586}" type="pres">
      <dgm:prSet presAssocID="{DD4FCD25-AA1D-40A3-BDC1-CB9291CADA54}" presName="background2" presStyleLbl="node2" presStyleIdx="2" presStyleCnt="3"/>
      <dgm:spPr/>
    </dgm:pt>
    <dgm:pt modelId="{01E01790-DC3C-4BC8-8874-117AB5B9B9DB}" type="pres">
      <dgm:prSet presAssocID="{DD4FCD25-AA1D-40A3-BDC1-CB9291CADA54}" presName="text2" presStyleLbl="fgAcc2" presStyleIdx="2" presStyleCnt="3">
        <dgm:presLayoutVars>
          <dgm:chPref val="3"/>
        </dgm:presLayoutVars>
      </dgm:prSet>
      <dgm:spPr/>
    </dgm:pt>
    <dgm:pt modelId="{E2571526-E707-46AE-8E8B-1EE8AD314F5B}" type="pres">
      <dgm:prSet presAssocID="{DD4FCD25-AA1D-40A3-BDC1-CB9291CADA54}" presName="hierChild3" presStyleCnt="0"/>
      <dgm:spPr/>
    </dgm:pt>
    <dgm:pt modelId="{87591418-1BB6-4661-9B7C-94B8649EB03C}" type="pres">
      <dgm:prSet presAssocID="{763DD5AB-A3FD-4115-88F1-8D31A9E0F6F1}" presName="Name17" presStyleLbl="parChTrans1D3" presStyleIdx="3" presStyleCnt="5"/>
      <dgm:spPr/>
    </dgm:pt>
    <dgm:pt modelId="{599B931D-3A73-4BF5-8D15-F82A37C41545}" type="pres">
      <dgm:prSet presAssocID="{E47D1E02-4388-4C6D-AE75-6A2CCFAA85E4}" presName="hierRoot3" presStyleCnt="0"/>
      <dgm:spPr/>
    </dgm:pt>
    <dgm:pt modelId="{FD31817A-BF16-484C-85E5-2B1361BE8387}" type="pres">
      <dgm:prSet presAssocID="{E47D1E02-4388-4C6D-AE75-6A2CCFAA85E4}" presName="composite3" presStyleCnt="0"/>
      <dgm:spPr/>
    </dgm:pt>
    <dgm:pt modelId="{68FA5E7A-120B-4A48-9AEF-0615A261DAD2}" type="pres">
      <dgm:prSet presAssocID="{E47D1E02-4388-4C6D-AE75-6A2CCFAA85E4}" presName="background3" presStyleLbl="node3" presStyleIdx="3" presStyleCnt="5"/>
      <dgm:spPr/>
    </dgm:pt>
    <dgm:pt modelId="{013511A5-C7DB-41FC-812D-039B80AAC61A}" type="pres">
      <dgm:prSet presAssocID="{E47D1E02-4388-4C6D-AE75-6A2CCFAA85E4}" presName="text3" presStyleLbl="fgAcc3" presStyleIdx="3" presStyleCnt="5">
        <dgm:presLayoutVars>
          <dgm:chPref val="3"/>
        </dgm:presLayoutVars>
      </dgm:prSet>
      <dgm:spPr/>
    </dgm:pt>
    <dgm:pt modelId="{BB05A022-43A1-40D1-92B8-BD2CD6E1A9A2}" type="pres">
      <dgm:prSet presAssocID="{E47D1E02-4388-4C6D-AE75-6A2CCFAA85E4}" presName="hierChild4" presStyleCnt="0"/>
      <dgm:spPr/>
    </dgm:pt>
    <dgm:pt modelId="{8DAD3029-C447-4BCF-B07F-C0E6950B0DC5}" type="pres">
      <dgm:prSet presAssocID="{61EFFA53-B665-4080-A1B1-968553112ECA}" presName="Name17" presStyleLbl="parChTrans1D3" presStyleIdx="4" presStyleCnt="5"/>
      <dgm:spPr/>
    </dgm:pt>
    <dgm:pt modelId="{4B32EF50-EF5F-4F17-8637-60DE35AFF152}" type="pres">
      <dgm:prSet presAssocID="{FC20EB64-FA9C-4195-BC49-AB1FB9AD047D}" presName="hierRoot3" presStyleCnt="0"/>
      <dgm:spPr/>
    </dgm:pt>
    <dgm:pt modelId="{B6E2792A-FA69-4BB5-B7A9-C8AEB753CEBD}" type="pres">
      <dgm:prSet presAssocID="{FC20EB64-FA9C-4195-BC49-AB1FB9AD047D}" presName="composite3" presStyleCnt="0"/>
      <dgm:spPr/>
    </dgm:pt>
    <dgm:pt modelId="{CFFBCAD5-A80C-40A3-9E30-F858E2115F6F}" type="pres">
      <dgm:prSet presAssocID="{FC20EB64-FA9C-4195-BC49-AB1FB9AD047D}" presName="background3" presStyleLbl="node3" presStyleIdx="4" presStyleCnt="5"/>
      <dgm:spPr/>
    </dgm:pt>
    <dgm:pt modelId="{8BC8CE80-5C4D-431A-8200-B201E8470121}" type="pres">
      <dgm:prSet presAssocID="{FC20EB64-FA9C-4195-BC49-AB1FB9AD047D}" presName="text3" presStyleLbl="fgAcc3" presStyleIdx="4" presStyleCnt="5">
        <dgm:presLayoutVars>
          <dgm:chPref val="3"/>
        </dgm:presLayoutVars>
      </dgm:prSet>
      <dgm:spPr/>
    </dgm:pt>
    <dgm:pt modelId="{EE55E7E0-ED81-4702-A899-1804BB4CB9F6}" type="pres">
      <dgm:prSet presAssocID="{FC20EB64-FA9C-4195-BC49-AB1FB9AD047D}" presName="hierChild4" presStyleCnt="0"/>
      <dgm:spPr/>
    </dgm:pt>
  </dgm:ptLst>
  <dgm:cxnLst>
    <dgm:cxn modelId="{5E2B7C03-F997-4DBC-A0E8-AACCC7D85DBE}" srcId="{61AE36C3-8C6C-4BCF-A3BE-BD90E3667B75}" destId="{693DE1B3-8562-4362-8F7C-64388917BB59}" srcOrd="0" destOrd="0" parTransId="{AA8E5B39-1303-4DA9-AA32-5E5897B949BF}" sibTransId="{1B44A407-DCD9-49B9-9E2B-0CBB90C6153D}"/>
    <dgm:cxn modelId="{73A50D16-6796-4B97-93FC-F7C5636CA394}" type="presOf" srcId="{693DE1B3-8562-4362-8F7C-64388917BB59}" destId="{43484FF0-B88D-4B55-8B21-A56B5675FA75}" srcOrd="0" destOrd="0" presId="urn:microsoft.com/office/officeart/2005/8/layout/hierarchy1"/>
    <dgm:cxn modelId="{53062625-AA30-4B87-8EBB-FBF47DD22EBA}" type="presOf" srcId="{4C8B7A0F-0574-4520-A01A-9FD05E65C148}" destId="{C1681722-A88A-4C97-95E8-D3D56A4B0243}" srcOrd="0" destOrd="0" presId="urn:microsoft.com/office/officeart/2005/8/layout/hierarchy1"/>
    <dgm:cxn modelId="{88FF332A-B54A-4CFF-BBFC-552CEA4359C7}" type="presOf" srcId="{DD4FCD25-AA1D-40A3-BDC1-CB9291CADA54}" destId="{01E01790-DC3C-4BC8-8874-117AB5B9B9DB}" srcOrd="0" destOrd="0" presId="urn:microsoft.com/office/officeart/2005/8/layout/hierarchy1"/>
    <dgm:cxn modelId="{3C73AB2D-592F-413D-ADB5-13C887B6183B}" type="presOf" srcId="{ECB53CD1-E6D7-41E3-A5E5-0E73841EBB7B}" destId="{5493FAEB-576E-4A17-B436-4787B043AF36}" srcOrd="0" destOrd="0" presId="urn:microsoft.com/office/officeart/2005/8/layout/hierarchy1"/>
    <dgm:cxn modelId="{0679A938-5D4B-439D-9206-7B9F99C2EE16}" srcId="{693DE1B3-8562-4362-8F7C-64388917BB59}" destId="{33DBF32A-8C1D-4875-BB3B-1119412C16C7}" srcOrd="1" destOrd="0" parTransId="{4C8B7A0F-0574-4520-A01A-9FD05E65C148}" sibTransId="{0664A59D-E596-417D-B151-6FC03E6E9456}"/>
    <dgm:cxn modelId="{B7CB4B40-8644-458B-8B08-029B2031205C}" type="presOf" srcId="{61EFFA53-B665-4080-A1B1-968553112ECA}" destId="{8DAD3029-C447-4BCF-B07F-C0E6950B0DC5}" srcOrd="0" destOrd="0" presId="urn:microsoft.com/office/officeart/2005/8/layout/hierarchy1"/>
    <dgm:cxn modelId="{44A0F261-FD2A-4318-98A2-333D1BA9540C}" srcId="{DD4FCD25-AA1D-40A3-BDC1-CB9291CADA54}" destId="{FC20EB64-FA9C-4195-BC49-AB1FB9AD047D}" srcOrd="1" destOrd="0" parTransId="{61EFFA53-B665-4080-A1B1-968553112ECA}" sibTransId="{64E34EEF-44A9-47AB-BB81-B65224BFB881}"/>
    <dgm:cxn modelId="{1B705945-A63A-408B-B31A-9BDB73FCBCCB}" srcId="{693DE1B3-8562-4362-8F7C-64388917BB59}" destId="{E7FBB8D2-8C3D-4786-863B-18BC2932C500}" srcOrd="0" destOrd="0" parTransId="{78B54794-6F5A-4C93-AEF2-E191CE6DDE42}" sibTransId="{E48B312B-E0C9-4690-A1E3-D2ED47FECC86}"/>
    <dgm:cxn modelId="{DFC70948-1C53-434A-9524-C2C74C9E4E27}" type="presOf" srcId="{58668AEE-6A3C-4C96-ADD7-6381F95B871A}" destId="{2730F06B-D22B-46C4-833C-FA1310C0725B}" srcOrd="0" destOrd="0" presId="urn:microsoft.com/office/officeart/2005/8/layout/hierarchy1"/>
    <dgm:cxn modelId="{C52BB06E-CF86-4B37-8F04-AD97A190DD2C}" type="presOf" srcId="{E47D1E02-4388-4C6D-AE75-6A2CCFAA85E4}" destId="{013511A5-C7DB-41FC-812D-039B80AAC61A}" srcOrd="0" destOrd="0" presId="urn:microsoft.com/office/officeart/2005/8/layout/hierarchy1"/>
    <dgm:cxn modelId="{E273D872-5F6C-4E57-B052-59252EFFC286}" type="presOf" srcId="{FC20EB64-FA9C-4195-BC49-AB1FB9AD047D}" destId="{8BC8CE80-5C4D-431A-8200-B201E8470121}" srcOrd="0" destOrd="0" presId="urn:microsoft.com/office/officeart/2005/8/layout/hierarchy1"/>
    <dgm:cxn modelId="{4BEF687E-46AD-4CD8-BE96-1DF7E6E13B4B}" type="presOf" srcId="{11EFA2C5-BDC7-4553-A2D6-9CF923D76B57}" destId="{2305378D-8F56-4748-8E0C-E913BC095935}" srcOrd="0" destOrd="0" presId="urn:microsoft.com/office/officeart/2005/8/layout/hierarchy1"/>
    <dgm:cxn modelId="{D3765085-D208-4360-8ADE-6BF93FBD325A}" srcId="{E7FBB8D2-8C3D-4786-863B-18BC2932C500}" destId="{70F032F5-B0B6-40D6-B7AF-A4F0BA51232E}" srcOrd="2" destOrd="0" parTransId="{C17FC2C4-9C2E-4507-AEE9-62C6EB3123DD}" sibTransId="{FA910DF3-D65F-4B05-A2B4-9773F270BF27}"/>
    <dgm:cxn modelId="{2B8B8D9C-AC6F-4D14-B261-C182EEEE4214}" type="presOf" srcId="{78B54794-6F5A-4C93-AEF2-E191CE6DDE42}" destId="{C6269526-6A36-45A2-BD86-9AF29D2C20E5}" srcOrd="0" destOrd="0" presId="urn:microsoft.com/office/officeart/2005/8/layout/hierarchy1"/>
    <dgm:cxn modelId="{7CC73D9F-F456-4403-B715-4641A43A3C10}" type="presOf" srcId="{763DD5AB-A3FD-4115-88F1-8D31A9E0F6F1}" destId="{87591418-1BB6-4661-9B7C-94B8649EB03C}" srcOrd="0" destOrd="0" presId="urn:microsoft.com/office/officeart/2005/8/layout/hierarchy1"/>
    <dgm:cxn modelId="{08D6A7B1-FB3A-4210-BDF7-628655BA724C}" type="presOf" srcId="{61AE36C3-8C6C-4BCF-A3BE-BD90E3667B75}" destId="{97A8F2D7-E147-4E83-8EE7-A3826D2C648B}" srcOrd="0" destOrd="0" presId="urn:microsoft.com/office/officeart/2005/8/layout/hierarchy1"/>
    <dgm:cxn modelId="{D4E537C2-3241-4FF6-9194-2EE30EEE7173}" type="presOf" srcId="{33DBF32A-8C1D-4875-BB3B-1119412C16C7}" destId="{F5153CFA-D018-4D84-A5E8-3A5817E688A2}" srcOrd="0" destOrd="0" presId="urn:microsoft.com/office/officeart/2005/8/layout/hierarchy1"/>
    <dgm:cxn modelId="{A50CE6C7-5DF7-40FF-8901-1ABF83B35631}" type="presOf" srcId="{753402A9-975A-4E1F-BF70-195ABB3AC8B2}" destId="{8135A3DE-8FD0-4B5F-8969-61A5761544D9}" srcOrd="0" destOrd="0" presId="urn:microsoft.com/office/officeart/2005/8/layout/hierarchy1"/>
    <dgm:cxn modelId="{0531F7CF-4D1C-4E51-8389-7725A146E430}" type="presOf" srcId="{CA59B4A3-E61C-4399-9EF0-B0E6A8FE1A66}" destId="{1C4E234E-1E45-4F15-B80C-222DE2877306}" srcOrd="0" destOrd="0" presId="urn:microsoft.com/office/officeart/2005/8/layout/hierarchy1"/>
    <dgm:cxn modelId="{B37F7CD0-5166-446F-9975-FA1FBE004064}" type="presOf" srcId="{70F032F5-B0B6-40D6-B7AF-A4F0BA51232E}" destId="{E5C7A094-DFB9-4AFE-B76F-D5A1444E7105}" srcOrd="0" destOrd="0" presId="urn:microsoft.com/office/officeart/2005/8/layout/hierarchy1"/>
    <dgm:cxn modelId="{EECCA4D0-F4D8-455F-9050-ABE498C3EA85}" srcId="{E7FBB8D2-8C3D-4786-863B-18BC2932C500}" destId="{11EFA2C5-BDC7-4553-A2D6-9CF923D76B57}" srcOrd="0" destOrd="0" parTransId="{ECB53CD1-E6D7-41E3-A5E5-0E73841EBB7B}" sibTransId="{1D6458F1-39DA-43D2-80E4-EF61754D630D}"/>
    <dgm:cxn modelId="{403624DA-12AD-4F8F-AF24-B62AB0176086}" type="presOf" srcId="{C17FC2C4-9C2E-4507-AEE9-62C6EB3123DD}" destId="{F1C3A14C-6E70-408C-9379-16B4A0707835}" srcOrd="0" destOrd="0" presId="urn:microsoft.com/office/officeart/2005/8/layout/hierarchy1"/>
    <dgm:cxn modelId="{45F1A1DB-4C82-4BA1-BF82-0115A0AA801D}" srcId="{DD4FCD25-AA1D-40A3-BDC1-CB9291CADA54}" destId="{E47D1E02-4388-4C6D-AE75-6A2CCFAA85E4}" srcOrd="0" destOrd="0" parTransId="{763DD5AB-A3FD-4115-88F1-8D31A9E0F6F1}" sibTransId="{182F04A5-90E7-4D51-9AC4-780CB46A7E31}"/>
    <dgm:cxn modelId="{A61FC8DB-23C0-4588-8B00-4B3ED5A5D261}" srcId="{E7FBB8D2-8C3D-4786-863B-18BC2932C500}" destId="{753402A9-975A-4E1F-BF70-195ABB3AC8B2}" srcOrd="1" destOrd="0" parTransId="{CA59B4A3-E61C-4399-9EF0-B0E6A8FE1A66}" sibTransId="{D39E1562-D983-4388-B9D2-794163CC6FCF}"/>
    <dgm:cxn modelId="{2166AADE-6E36-4AFC-A9A0-DB55D0E6EF49}" srcId="{693DE1B3-8562-4362-8F7C-64388917BB59}" destId="{DD4FCD25-AA1D-40A3-BDC1-CB9291CADA54}" srcOrd="2" destOrd="0" parTransId="{58668AEE-6A3C-4C96-ADD7-6381F95B871A}" sibTransId="{6BE34034-07F9-469F-936C-069DE0174806}"/>
    <dgm:cxn modelId="{7276CEE6-4EA3-457F-A719-DED4F23286D7}" type="presOf" srcId="{E7FBB8D2-8C3D-4786-863B-18BC2932C500}" destId="{27208988-406B-4853-BCE5-767C13F15FC6}" srcOrd="0" destOrd="0" presId="urn:microsoft.com/office/officeart/2005/8/layout/hierarchy1"/>
    <dgm:cxn modelId="{C65F089D-AED4-4965-84E6-DCF2BA09B05A}" type="presParOf" srcId="{97A8F2D7-E147-4E83-8EE7-A3826D2C648B}" destId="{AAAAFA17-B557-4322-AA5F-8FA428D306BA}" srcOrd="0" destOrd="0" presId="urn:microsoft.com/office/officeart/2005/8/layout/hierarchy1"/>
    <dgm:cxn modelId="{8A665944-BAAD-4A4C-B691-30DF887B8565}" type="presParOf" srcId="{AAAAFA17-B557-4322-AA5F-8FA428D306BA}" destId="{5FE7556C-FDF9-4A84-896C-D33CA5213BB1}" srcOrd="0" destOrd="0" presId="urn:microsoft.com/office/officeart/2005/8/layout/hierarchy1"/>
    <dgm:cxn modelId="{FEE9ED3F-56DC-4D16-8FC7-F7E42EB8AE83}" type="presParOf" srcId="{5FE7556C-FDF9-4A84-896C-D33CA5213BB1}" destId="{471ED410-3D05-4FCA-90DE-504DA4909E67}" srcOrd="0" destOrd="0" presId="urn:microsoft.com/office/officeart/2005/8/layout/hierarchy1"/>
    <dgm:cxn modelId="{5EA41364-D513-44B5-BEE7-E04F60ED11C5}" type="presParOf" srcId="{5FE7556C-FDF9-4A84-896C-D33CA5213BB1}" destId="{43484FF0-B88D-4B55-8B21-A56B5675FA75}" srcOrd="1" destOrd="0" presId="urn:microsoft.com/office/officeart/2005/8/layout/hierarchy1"/>
    <dgm:cxn modelId="{67B4DD21-4646-4983-B3D2-19755413ECE9}" type="presParOf" srcId="{AAAAFA17-B557-4322-AA5F-8FA428D306BA}" destId="{06DE98B9-59BA-4A92-AA38-007F8D54359D}" srcOrd="1" destOrd="0" presId="urn:microsoft.com/office/officeart/2005/8/layout/hierarchy1"/>
    <dgm:cxn modelId="{8D2623E8-236A-477B-9CF4-B47311020AB9}" type="presParOf" srcId="{06DE98B9-59BA-4A92-AA38-007F8D54359D}" destId="{C6269526-6A36-45A2-BD86-9AF29D2C20E5}" srcOrd="0" destOrd="0" presId="urn:microsoft.com/office/officeart/2005/8/layout/hierarchy1"/>
    <dgm:cxn modelId="{80B10853-AFF6-464F-85B5-20F61EA401CB}" type="presParOf" srcId="{06DE98B9-59BA-4A92-AA38-007F8D54359D}" destId="{37F5A805-B713-4CCF-8D70-8BE230F923ED}" srcOrd="1" destOrd="0" presId="urn:microsoft.com/office/officeart/2005/8/layout/hierarchy1"/>
    <dgm:cxn modelId="{02E9BC3D-AF4F-464B-A868-80FB229BA33A}" type="presParOf" srcId="{37F5A805-B713-4CCF-8D70-8BE230F923ED}" destId="{4F7656C8-AE53-4054-BE96-C29AE9253F86}" srcOrd="0" destOrd="0" presId="urn:microsoft.com/office/officeart/2005/8/layout/hierarchy1"/>
    <dgm:cxn modelId="{6E46E6BF-F3DF-4A60-95ED-A9AF1B72A402}" type="presParOf" srcId="{4F7656C8-AE53-4054-BE96-C29AE9253F86}" destId="{7DFC3D8A-8F86-4406-8764-AF4B3B49F331}" srcOrd="0" destOrd="0" presId="urn:microsoft.com/office/officeart/2005/8/layout/hierarchy1"/>
    <dgm:cxn modelId="{2F84E2C2-62F0-4257-91A0-2869ED9B5B51}" type="presParOf" srcId="{4F7656C8-AE53-4054-BE96-C29AE9253F86}" destId="{27208988-406B-4853-BCE5-767C13F15FC6}" srcOrd="1" destOrd="0" presId="urn:microsoft.com/office/officeart/2005/8/layout/hierarchy1"/>
    <dgm:cxn modelId="{E62CA92D-7474-4715-B33F-CA8A07805160}" type="presParOf" srcId="{37F5A805-B713-4CCF-8D70-8BE230F923ED}" destId="{E03A0787-197B-47D6-8426-8F58E6FFD854}" srcOrd="1" destOrd="0" presId="urn:microsoft.com/office/officeart/2005/8/layout/hierarchy1"/>
    <dgm:cxn modelId="{78F9BEFE-814A-4317-94B4-3EA2271E66D2}" type="presParOf" srcId="{E03A0787-197B-47D6-8426-8F58E6FFD854}" destId="{5493FAEB-576E-4A17-B436-4787B043AF36}" srcOrd="0" destOrd="0" presId="urn:microsoft.com/office/officeart/2005/8/layout/hierarchy1"/>
    <dgm:cxn modelId="{0CC3F965-748F-4E0D-980D-100C287056E5}" type="presParOf" srcId="{E03A0787-197B-47D6-8426-8F58E6FFD854}" destId="{D0561164-0A76-421E-AB9F-E766F0CF9B72}" srcOrd="1" destOrd="0" presId="urn:microsoft.com/office/officeart/2005/8/layout/hierarchy1"/>
    <dgm:cxn modelId="{E31EDB67-D0F6-4A40-8232-8EE938FB41D5}" type="presParOf" srcId="{D0561164-0A76-421E-AB9F-E766F0CF9B72}" destId="{12667AD9-0603-453D-91F1-FD96A498BA52}" srcOrd="0" destOrd="0" presId="urn:microsoft.com/office/officeart/2005/8/layout/hierarchy1"/>
    <dgm:cxn modelId="{815961E5-B151-4EF9-A6D4-8790E3F07444}" type="presParOf" srcId="{12667AD9-0603-453D-91F1-FD96A498BA52}" destId="{74DE7C0E-2B5A-45F1-A2EB-5FDB2BD87565}" srcOrd="0" destOrd="0" presId="urn:microsoft.com/office/officeart/2005/8/layout/hierarchy1"/>
    <dgm:cxn modelId="{782FC126-E798-4AB9-BBFA-43B85FD6EFFB}" type="presParOf" srcId="{12667AD9-0603-453D-91F1-FD96A498BA52}" destId="{2305378D-8F56-4748-8E0C-E913BC095935}" srcOrd="1" destOrd="0" presId="urn:microsoft.com/office/officeart/2005/8/layout/hierarchy1"/>
    <dgm:cxn modelId="{1AEB906B-3143-4870-BABE-1285C61A2D10}" type="presParOf" srcId="{D0561164-0A76-421E-AB9F-E766F0CF9B72}" destId="{E06E805A-0DAF-43B6-B772-CD0874859707}" srcOrd="1" destOrd="0" presId="urn:microsoft.com/office/officeart/2005/8/layout/hierarchy1"/>
    <dgm:cxn modelId="{E330C2BE-7EAC-45C5-9ED4-831401087190}" type="presParOf" srcId="{E03A0787-197B-47D6-8426-8F58E6FFD854}" destId="{1C4E234E-1E45-4F15-B80C-222DE2877306}" srcOrd="2" destOrd="0" presId="urn:microsoft.com/office/officeart/2005/8/layout/hierarchy1"/>
    <dgm:cxn modelId="{6EAC4B19-6689-40CB-B660-C476C491BC92}" type="presParOf" srcId="{E03A0787-197B-47D6-8426-8F58E6FFD854}" destId="{6B65043B-EA00-4818-8189-9D26ECF40990}" srcOrd="3" destOrd="0" presId="urn:microsoft.com/office/officeart/2005/8/layout/hierarchy1"/>
    <dgm:cxn modelId="{14238546-1DEF-4613-BD9A-51F58325E36E}" type="presParOf" srcId="{6B65043B-EA00-4818-8189-9D26ECF40990}" destId="{92D73E4C-EA72-4466-80DA-944D816AB12B}" srcOrd="0" destOrd="0" presId="urn:microsoft.com/office/officeart/2005/8/layout/hierarchy1"/>
    <dgm:cxn modelId="{789708CE-AFFB-4753-B5C4-131CB4951C33}" type="presParOf" srcId="{92D73E4C-EA72-4466-80DA-944D816AB12B}" destId="{849B1495-8466-4987-B20E-4EE86DAA25C9}" srcOrd="0" destOrd="0" presId="urn:microsoft.com/office/officeart/2005/8/layout/hierarchy1"/>
    <dgm:cxn modelId="{8A58B14B-5FAB-4F7F-9C86-B0D4025538EE}" type="presParOf" srcId="{92D73E4C-EA72-4466-80DA-944D816AB12B}" destId="{8135A3DE-8FD0-4B5F-8969-61A5761544D9}" srcOrd="1" destOrd="0" presId="urn:microsoft.com/office/officeart/2005/8/layout/hierarchy1"/>
    <dgm:cxn modelId="{E1905096-6784-408E-BBB9-34743968F61D}" type="presParOf" srcId="{6B65043B-EA00-4818-8189-9D26ECF40990}" destId="{A88642AB-C31D-4F67-BA77-3021C16942A7}" srcOrd="1" destOrd="0" presId="urn:microsoft.com/office/officeart/2005/8/layout/hierarchy1"/>
    <dgm:cxn modelId="{3537736A-924B-4DD3-9E62-EEDAE8137802}" type="presParOf" srcId="{E03A0787-197B-47D6-8426-8F58E6FFD854}" destId="{F1C3A14C-6E70-408C-9379-16B4A0707835}" srcOrd="4" destOrd="0" presId="urn:microsoft.com/office/officeart/2005/8/layout/hierarchy1"/>
    <dgm:cxn modelId="{30B20A05-9D86-45E1-BB18-4C2A39B1D44C}" type="presParOf" srcId="{E03A0787-197B-47D6-8426-8F58E6FFD854}" destId="{D007ADFC-9D83-44F7-85FC-F5410929F0AB}" srcOrd="5" destOrd="0" presId="urn:microsoft.com/office/officeart/2005/8/layout/hierarchy1"/>
    <dgm:cxn modelId="{6986019B-3233-4CA5-A77C-5C89325AAB75}" type="presParOf" srcId="{D007ADFC-9D83-44F7-85FC-F5410929F0AB}" destId="{C790762D-F78D-46DA-9935-4D03B85EEB71}" srcOrd="0" destOrd="0" presId="urn:microsoft.com/office/officeart/2005/8/layout/hierarchy1"/>
    <dgm:cxn modelId="{CD0444A5-3B37-4ECE-9581-94E82E572C2B}" type="presParOf" srcId="{C790762D-F78D-46DA-9935-4D03B85EEB71}" destId="{7D66B5C4-1335-4DC9-AAA4-6B3AD3395614}" srcOrd="0" destOrd="0" presId="urn:microsoft.com/office/officeart/2005/8/layout/hierarchy1"/>
    <dgm:cxn modelId="{6855648D-5A83-42EB-A1D0-4D39025EAB08}" type="presParOf" srcId="{C790762D-F78D-46DA-9935-4D03B85EEB71}" destId="{E5C7A094-DFB9-4AFE-B76F-D5A1444E7105}" srcOrd="1" destOrd="0" presId="urn:microsoft.com/office/officeart/2005/8/layout/hierarchy1"/>
    <dgm:cxn modelId="{9200B9C2-29FB-4172-AED7-8F8DB09DBCBD}" type="presParOf" srcId="{D007ADFC-9D83-44F7-85FC-F5410929F0AB}" destId="{4782FB0A-2A05-4D56-905A-32B809754D93}" srcOrd="1" destOrd="0" presId="urn:microsoft.com/office/officeart/2005/8/layout/hierarchy1"/>
    <dgm:cxn modelId="{1F3C2775-1774-4EB3-88B9-DAF2F0E6E73F}" type="presParOf" srcId="{06DE98B9-59BA-4A92-AA38-007F8D54359D}" destId="{C1681722-A88A-4C97-95E8-D3D56A4B0243}" srcOrd="2" destOrd="0" presId="urn:microsoft.com/office/officeart/2005/8/layout/hierarchy1"/>
    <dgm:cxn modelId="{86797895-BD58-4017-9C76-978F6415FB63}" type="presParOf" srcId="{06DE98B9-59BA-4A92-AA38-007F8D54359D}" destId="{A91C327D-2A12-4AA5-BF77-57DC6D00B00A}" srcOrd="3" destOrd="0" presId="urn:microsoft.com/office/officeart/2005/8/layout/hierarchy1"/>
    <dgm:cxn modelId="{E5906C18-C1E2-4B2C-A494-91ADBDD6DA48}" type="presParOf" srcId="{A91C327D-2A12-4AA5-BF77-57DC6D00B00A}" destId="{C85F2E8B-572E-4C1E-A6B5-56FD5E104874}" srcOrd="0" destOrd="0" presId="urn:microsoft.com/office/officeart/2005/8/layout/hierarchy1"/>
    <dgm:cxn modelId="{48124FA8-22E9-4B0D-9A6D-B87D5DD4E289}" type="presParOf" srcId="{C85F2E8B-572E-4C1E-A6B5-56FD5E104874}" destId="{D4EB95FA-84E1-4493-9673-6CF0FF983BAB}" srcOrd="0" destOrd="0" presId="urn:microsoft.com/office/officeart/2005/8/layout/hierarchy1"/>
    <dgm:cxn modelId="{A2EECE1E-521F-4A01-8BA4-92AA459F0B5F}" type="presParOf" srcId="{C85F2E8B-572E-4C1E-A6B5-56FD5E104874}" destId="{F5153CFA-D018-4D84-A5E8-3A5817E688A2}" srcOrd="1" destOrd="0" presId="urn:microsoft.com/office/officeart/2005/8/layout/hierarchy1"/>
    <dgm:cxn modelId="{2BA12CDC-4A5D-4F0D-821E-2A91C0592E46}" type="presParOf" srcId="{A91C327D-2A12-4AA5-BF77-57DC6D00B00A}" destId="{390D7A7B-F347-426A-9BC6-827B098FF285}" srcOrd="1" destOrd="0" presId="urn:microsoft.com/office/officeart/2005/8/layout/hierarchy1"/>
    <dgm:cxn modelId="{D397A873-8FA4-4B55-A65C-80FF093FDEDB}" type="presParOf" srcId="{06DE98B9-59BA-4A92-AA38-007F8D54359D}" destId="{2730F06B-D22B-46C4-833C-FA1310C0725B}" srcOrd="4" destOrd="0" presId="urn:microsoft.com/office/officeart/2005/8/layout/hierarchy1"/>
    <dgm:cxn modelId="{5ECC1D19-5626-4737-A388-9C8C801F8DD2}" type="presParOf" srcId="{06DE98B9-59BA-4A92-AA38-007F8D54359D}" destId="{927F2097-E718-47DD-A937-CA8D70FAFFAA}" srcOrd="5" destOrd="0" presId="urn:microsoft.com/office/officeart/2005/8/layout/hierarchy1"/>
    <dgm:cxn modelId="{2ED36ADF-EB83-42D0-8049-31E5BCC91189}" type="presParOf" srcId="{927F2097-E718-47DD-A937-CA8D70FAFFAA}" destId="{40E10023-6EB2-4E45-8A50-849A8166DE7A}" srcOrd="0" destOrd="0" presId="urn:microsoft.com/office/officeart/2005/8/layout/hierarchy1"/>
    <dgm:cxn modelId="{0F72E0FC-66CC-4CC1-8F1D-FE1AB892BB4A}" type="presParOf" srcId="{40E10023-6EB2-4E45-8A50-849A8166DE7A}" destId="{9ADDCFEE-626B-496C-A797-8FBD86532586}" srcOrd="0" destOrd="0" presId="urn:microsoft.com/office/officeart/2005/8/layout/hierarchy1"/>
    <dgm:cxn modelId="{AFA3EA3A-8AB5-4A1C-8C91-932F029B9223}" type="presParOf" srcId="{40E10023-6EB2-4E45-8A50-849A8166DE7A}" destId="{01E01790-DC3C-4BC8-8874-117AB5B9B9DB}" srcOrd="1" destOrd="0" presId="urn:microsoft.com/office/officeart/2005/8/layout/hierarchy1"/>
    <dgm:cxn modelId="{94E69562-057D-4CD3-A04D-A60C92D6371D}" type="presParOf" srcId="{927F2097-E718-47DD-A937-CA8D70FAFFAA}" destId="{E2571526-E707-46AE-8E8B-1EE8AD314F5B}" srcOrd="1" destOrd="0" presId="urn:microsoft.com/office/officeart/2005/8/layout/hierarchy1"/>
    <dgm:cxn modelId="{6D6E9B57-478B-442B-B811-E354DE6BF866}" type="presParOf" srcId="{E2571526-E707-46AE-8E8B-1EE8AD314F5B}" destId="{87591418-1BB6-4661-9B7C-94B8649EB03C}" srcOrd="0" destOrd="0" presId="urn:microsoft.com/office/officeart/2005/8/layout/hierarchy1"/>
    <dgm:cxn modelId="{F5874F01-015A-48D4-B664-B11A8C22133A}" type="presParOf" srcId="{E2571526-E707-46AE-8E8B-1EE8AD314F5B}" destId="{599B931D-3A73-4BF5-8D15-F82A37C41545}" srcOrd="1" destOrd="0" presId="urn:microsoft.com/office/officeart/2005/8/layout/hierarchy1"/>
    <dgm:cxn modelId="{5CCA2961-6D4D-48B3-A11D-F9697E22BA79}" type="presParOf" srcId="{599B931D-3A73-4BF5-8D15-F82A37C41545}" destId="{FD31817A-BF16-484C-85E5-2B1361BE8387}" srcOrd="0" destOrd="0" presId="urn:microsoft.com/office/officeart/2005/8/layout/hierarchy1"/>
    <dgm:cxn modelId="{B4C7A14F-A94F-460B-BBAD-00A73F692707}" type="presParOf" srcId="{FD31817A-BF16-484C-85E5-2B1361BE8387}" destId="{68FA5E7A-120B-4A48-9AEF-0615A261DAD2}" srcOrd="0" destOrd="0" presId="urn:microsoft.com/office/officeart/2005/8/layout/hierarchy1"/>
    <dgm:cxn modelId="{A864FB68-7923-4E48-9BF4-BD68A3A5BAFB}" type="presParOf" srcId="{FD31817A-BF16-484C-85E5-2B1361BE8387}" destId="{013511A5-C7DB-41FC-812D-039B80AAC61A}" srcOrd="1" destOrd="0" presId="urn:microsoft.com/office/officeart/2005/8/layout/hierarchy1"/>
    <dgm:cxn modelId="{38579C63-3449-4A4D-B234-0FC9ED617FE2}" type="presParOf" srcId="{599B931D-3A73-4BF5-8D15-F82A37C41545}" destId="{BB05A022-43A1-40D1-92B8-BD2CD6E1A9A2}" srcOrd="1" destOrd="0" presId="urn:microsoft.com/office/officeart/2005/8/layout/hierarchy1"/>
    <dgm:cxn modelId="{CF2747DC-DB4D-4B95-828C-1EF4D15A2DCE}" type="presParOf" srcId="{E2571526-E707-46AE-8E8B-1EE8AD314F5B}" destId="{8DAD3029-C447-4BCF-B07F-C0E6950B0DC5}" srcOrd="2" destOrd="0" presId="urn:microsoft.com/office/officeart/2005/8/layout/hierarchy1"/>
    <dgm:cxn modelId="{3A6C3E3E-5EA5-417F-BB74-700B6AE8A98C}" type="presParOf" srcId="{E2571526-E707-46AE-8E8B-1EE8AD314F5B}" destId="{4B32EF50-EF5F-4F17-8637-60DE35AFF152}" srcOrd="3" destOrd="0" presId="urn:microsoft.com/office/officeart/2005/8/layout/hierarchy1"/>
    <dgm:cxn modelId="{50DC250C-DA4F-4346-A943-ABD1769F11C5}" type="presParOf" srcId="{4B32EF50-EF5F-4F17-8637-60DE35AFF152}" destId="{B6E2792A-FA69-4BB5-B7A9-C8AEB753CEBD}" srcOrd="0" destOrd="0" presId="urn:microsoft.com/office/officeart/2005/8/layout/hierarchy1"/>
    <dgm:cxn modelId="{DACEAE7C-4FDA-460A-BF65-CAD725C4ABA1}" type="presParOf" srcId="{B6E2792A-FA69-4BB5-B7A9-C8AEB753CEBD}" destId="{CFFBCAD5-A80C-40A3-9E30-F858E2115F6F}" srcOrd="0" destOrd="0" presId="urn:microsoft.com/office/officeart/2005/8/layout/hierarchy1"/>
    <dgm:cxn modelId="{693FB16C-5119-4622-B9CC-26EA47105AD6}" type="presParOf" srcId="{B6E2792A-FA69-4BB5-B7A9-C8AEB753CEBD}" destId="{8BC8CE80-5C4D-431A-8200-B201E8470121}" srcOrd="1" destOrd="0" presId="urn:microsoft.com/office/officeart/2005/8/layout/hierarchy1"/>
    <dgm:cxn modelId="{1EBF1E2A-69DE-42FE-A89C-4BB2AB242B05}" type="presParOf" srcId="{4B32EF50-EF5F-4F17-8637-60DE35AFF152}" destId="{EE55E7E0-ED81-4702-A899-1804BB4CB9F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D3029-C447-4BCF-B07F-C0E6950B0DC5}">
      <dsp:nvSpPr>
        <dsp:cNvPr id="0" name=""/>
        <dsp:cNvSpPr/>
      </dsp:nvSpPr>
      <dsp:spPr>
        <a:xfrm>
          <a:off x="8371403" y="2903622"/>
          <a:ext cx="1070301" cy="5093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118"/>
              </a:lnTo>
              <a:lnTo>
                <a:pt x="1070301" y="347118"/>
              </a:lnTo>
              <a:lnTo>
                <a:pt x="1070301" y="5093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591418-1BB6-4661-9B7C-94B8649EB03C}">
      <dsp:nvSpPr>
        <dsp:cNvPr id="0" name=""/>
        <dsp:cNvSpPr/>
      </dsp:nvSpPr>
      <dsp:spPr>
        <a:xfrm>
          <a:off x="7301102" y="2903622"/>
          <a:ext cx="1070301" cy="509366"/>
        </a:xfrm>
        <a:custGeom>
          <a:avLst/>
          <a:gdLst/>
          <a:ahLst/>
          <a:cxnLst/>
          <a:rect l="0" t="0" r="0" b="0"/>
          <a:pathLst>
            <a:path>
              <a:moveTo>
                <a:pt x="1070301" y="0"/>
              </a:moveTo>
              <a:lnTo>
                <a:pt x="1070301" y="347118"/>
              </a:lnTo>
              <a:lnTo>
                <a:pt x="0" y="347118"/>
              </a:lnTo>
              <a:lnTo>
                <a:pt x="0" y="5093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0F06B-D22B-46C4-833C-FA1310C0725B}">
      <dsp:nvSpPr>
        <dsp:cNvPr id="0" name=""/>
        <dsp:cNvSpPr/>
      </dsp:nvSpPr>
      <dsp:spPr>
        <a:xfrm>
          <a:off x="5695650" y="1282116"/>
          <a:ext cx="2675752" cy="5093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118"/>
              </a:lnTo>
              <a:lnTo>
                <a:pt x="2675752" y="347118"/>
              </a:lnTo>
              <a:lnTo>
                <a:pt x="2675752" y="50936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681722-A88A-4C97-95E8-D3D56A4B0243}">
      <dsp:nvSpPr>
        <dsp:cNvPr id="0" name=""/>
        <dsp:cNvSpPr/>
      </dsp:nvSpPr>
      <dsp:spPr>
        <a:xfrm>
          <a:off x="5160499" y="1282116"/>
          <a:ext cx="535150" cy="509366"/>
        </a:xfrm>
        <a:custGeom>
          <a:avLst/>
          <a:gdLst/>
          <a:ahLst/>
          <a:cxnLst/>
          <a:rect l="0" t="0" r="0" b="0"/>
          <a:pathLst>
            <a:path>
              <a:moveTo>
                <a:pt x="535150" y="0"/>
              </a:moveTo>
              <a:lnTo>
                <a:pt x="535150" y="347118"/>
              </a:lnTo>
              <a:lnTo>
                <a:pt x="0" y="347118"/>
              </a:lnTo>
              <a:lnTo>
                <a:pt x="0" y="50936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C3A14C-6E70-408C-9379-16B4A0707835}">
      <dsp:nvSpPr>
        <dsp:cNvPr id="0" name=""/>
        <dsp:cNvSpPr/>
      </dsp:nvSpPr>
      <dsp:spPr>
        <a:xfrm>
          <a:off x="3019897" y="2903622"/>
          <a:ext cx="2140602" cy="5093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118"/>
              </a:lnTo>
              <a:lnTo>
                <a:pt x="2140602" y="347118"/>
              </a:lnTo>
              <a:lnTo>
                <a:pt x="2140602" y="5093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4E234E-1E45-4F15-B80C-222DE2877306}">
      <dsp:nvSpPr>
        <dsp:cNvPr id="0" name=""/>
        <dsp:cNvSpPr/>
      </dsp:nvSpPr>
      <dsp:spPr>
        <a:xfrm>
          <a:off x="2974177" y="2903622"/>
          <a:ext cx="91440" cy="5093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93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3FAEB-576E-4A17-B436-4787B043AF36}">
      <dsp:nvSpPr>
        <dsp:cNvPr id="0" name=""/>
        <dsp:cNvSpPr/>
      </dsp:nvSpPr>
      <dsp:spPr>
        <a:xfrm>
          <a:off x="879295" y="2903622"/>
          <a:ext cx="2140602" cy="509366"/>
        </a:xfrm>
        <a:custGeom>
          <a:avLst/>
          <a:gdLst/>
          <a:ahLst/>
          <a:cxnLst/>
          <a:rect l="0" t="0" r="0" b="0"/>
          <a:pathLst>
            <a:path>
              <a:moveTo>
                <a:pt x="2140602" y="0"/>
              </a:moveTo>
              <a:lnTo>
                <a:pt x="2140602" y="347118"/>
              </a:lnTo>
              <a:lnTo>
                <a:pt x="0" y="347118"/>
              </a:lnTo>
              <a:lnTo>
                <a:pt x="0" y="5093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269526-6A36-45A2-BD86-9AF29D2C20E5}">
      <dsp:nvSpPr>
        <dsp:cNvPr id="0" name=""/>
        <dsp:cNvSpPr/>
      </dsp:nvSpPr>
      <dsp:spPr>
        <a:xfrm>
          <a:off x="3019897" y="1282116"/>
          <a:ext cx="2675752" cy="509366"/>
        </a:xfrm>
        <a:custGeom>
          <a:avLst/>
          <a:gdLst/>
          <a:ahLst/>
          <a:cxnLst/>
          <a:rect l="0" t="0" r="0" b="0"/>
          <a:pathLst>
            <a:path>
              <a:moveTo>
                <a:pt x="2675752" y="0"/>
              </a:moveTo>
              <a:lnTo>
                <a:pt x="2675752" y="347118"/>
              </a:lnTo>
              <a:lnTo>
                <a:pt x="0" y="347118"/>
              </a:lnTo>
              <a:lnTo>
                <a:pt x="0" y="50936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1ED410-3D05-4FCA-90DE-504DA4909E67}">
      <dsp:nvSpPr>
        <dsp:cNvPr id="0" name=""/>
        <dsp:cNvSpPr/>
      </dsp:nvSpPr>
      <dsp:spPr>
        <a:xfrm>
          <a:off x="4819949" y="169975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84FF0-B88D-4B55-8B21-A56B5675FA75}">
      <dsp:nvSpPr>
        <dsp:cNvPr id="0" name=""/>
        <dsp:cNvSpPr/>
      </dsp:nvSpPr>
      <dsp:spPr>
        <a:xfrm>
          <a:off x="5014549" y="354846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Beneficios de la tecnología </a:t>
          </a:r>
        </a:p>
      </dsp:txBody>
      <dsp:txXfrm>
        <a:off x="5047122" y="387419"/>
        <a:ext cx="1686255" cy="1046994"/>
      </dsp:txXfrm>
    </dsp:sp>
    <dsp:sp modelId="{7DFC3D8A-8F86-4406-8764-AF4B3B49F331}">
      <dsp:nvSpPr>
        <dsp:cNvPr id="0" name=""/>
        <dsp:cNvSpPr/>
      </dsp:nvSpPr>
      <dsp:spPr>
        <a:xfrm>
          <a:off x="2144196" y="1791482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08988-406B-4853-BCE5-767C13F15FC6}">
      <dsp:nvSpPr>
        <dsp:cNvPr id="0" name=""/>
        <dsp:cNvSpPr/>
      </dsp:nvSpPr>
      <dsp:spPr>
        <a:xfrm>
          <a:off x="2338796" y="1976352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Facilita la comunicación a nivel global.</a:t>
          </a:r>
        </a:p>
      </dsp:txBody>
      <dsp:txXfrm>
        <a:off x="2371369" y="2008925"/>
        <a:ext cx="1686255" cy="1046994"/>
      </dsp:txXfrm>
    </dsp:sp>
    <dsp:sp modelId="{74DE7C0E-2B5A-45F1-A2EB-5FDB2BD87565}">
      <dsp:nvSpPr>
        <dsp:cNvPr id="0" name=""/>
        <dsp:cNvSpPr/>
      </dsp:nvSpPr>
      <dsp:spPr>
        <a:xfrm>
          <a:off x="3594" y="3412988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5378D-8F56-4748-8E0C-E913BC095935}">
      <dsp:nvSpPr>
        <dsp:cNvPr id="0" name=""/>
        <dsp:cNvSpPr/>
      </dsp:nvSpPr>
      <dsp:spPr>
        <a:xfrm>
          <a:off x="198194" y="3597858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Apoya la inclusión de personas con discapacidades</a:t>
          </a:r>
          <a:r>
            <a:rPr lang="es-ES" sz="1400" b="1" kern="1200" dirty="0"/>
            <a:t>.</a:t>
          </a:r>
          <a:endParaRPr lang="es-ES" sz="1400" kern="1200" dirty="0"/>
        </a:p>
      </dsp:txBody>
      <dsp:txXfrm>
        <a:off x="230767" y="3630431"/>
        <a:ext cx="1686255" cy="1046994"/>
      </dsp:txXfrm>
    </dsp:sp>
    <dsp:sp modelId="{849B1495-8466-4987-B20E-4EE86DAA25C9}">
      <dsp:nvSpPr>
        <dsp:cNvPr id="0" name=""/>
        <dsp:cNvSpPr/>
      </dsp:nvSpPr>
      <dsp:spPr>
        <a:xfrm>
          <a:off x="2144196" y="3412988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5A3DE-8FD0-4B5F-8969-61A5761544D9}">
      <dsp:nvSpPr>
        <dsp:cNvPr id="0" name=""/>
        <dsp:cNvSpPr/>
      </dsp:nvSpPr>
      <dsp:spPr>
        <a:xfrm>
          <a:off x="2338796" y="3597858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Impulsa la innovación en todos los sectores.</a:t>
          </a:r>
        </a:p>
      </dsp:txBody>
      <dsp:txXfrm>
        <a:off x="2371369" y="3630431"/>
        <a:ext cx="1686255" cy="1046994"/>
      </dsp:txXfrm>
    </dsp:sp>
    <dsp:sp modelId="{7D66B5C4-1335-4DC9-AAA4-6B3AD3395614}">
      <dsp:nvSpPr>
        <dsp:cNvPr id="0" name=""/>
        <dsp:cNvSpPr/>
      </dsp:nvSpPr>
      <dsp:spPr>
        <a:xfrm>
          <a:off x="4284798" y="3412988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7A094-DFB9-4AFE-B76F-D5A1444E7105}">
      <dsp:nvSpPr>
        <dsp:cNvPr id="0" name=""/>
        <dsp:cNvSpPr/>
      </dsp:nvSpPr>
      <dsp:spPr>
        <a:xfrm>
          <a:off x="4479399" y="3597858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Permite el desarrollo de nuevas habilidades digitales</a:t>
          </a:r>
          <a:r>
            <a:rPr lang="es-ES" sz="1400" b="1" kern="1200" dirty="0"/>
            <a:t>.</a:t>
          </a:r>
          <a:endParaRPr lang="es-ES" sz="1400" kern="1200" dirty="0"/>
        </a:p>
      </dsp:txBody>
      <dsp:txXfrm>
        <a:off x="4511972" y="3630431"/>
        <a:ext cx="1686255" cy="1046994"/>
      </dsp:txXfrm>
    </dsp:sp>
    <dsp:sp modelId="{D4EB95FA-84E1-4493-9673-6CF0FF983BAB}">
      <dsp:nvSpPr>
        <dsp:cNvPr id="0" name=""/>
        <dsp:cNvSpPr/>
      </dsp:nvSpPr>
      <dsp:spPr>
        <a:xfrm>
          <a:off x="4284798" y="1791482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53CFA-D018-4D84-A5E8-3A5817E688A2}">
      <dsp:nvSpPr>
        <dsp:cNvPr id="0" name=""/>
        <dsp:cNvSpPr/>
      </dsp:nvSpPr>
      <dsp:spPr>
        <a:xfrm>
          <a:off x="4479399" y="1976352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Acceso rápido a la información.</a:t>
          </a:r>
        </a:p>
      </dsp:txBody>
      <dsp:txXfrm>
        <a:off x="4511972" y="2008925"/>
        <a:ext cx="1686255" cy="1046994"/>
      </dsp:txXfrm>
    </dsp:sp>
    <dsp:sp modelId="{9ADDCFEE-626B-496C-A797-8FBD86532586}">
      <dsp:nvSpPr>
        <dsp:cNvPr id="0" name=""/>
        <dsp:cNvSpPr/>
      </dsp:nvSpPr>
      <dsp:spPr>
        <a:xfrm>
          <a:off x="7495702" y="1791482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01790-DC3C-4BC8-8874-117AB5B9B9DB}">
      <dsp:nvSpPr>
        <dsp:cNvPr id="0" name=""/>
        <dsp:cNvSpPr/>
      </dsp:nvSpPr>
      <dsp:spPr>
        <a:xfrm>
          <a:off x="7690302" y="1976352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Fomenta el aprendizaje a distancia y personalizado.</a:t>
          </a:r>
        </a:p>
      </dsp:txBody>
      <dsp:txXfrm>
        <a:off x="7722875" y="2008925"/>
        <a:ext cx="1686255" cy="1046994"/>
      </dsp:txXfrm>
    </dsp:sp>
    <dsp:sp modelId="{68FA5E7A-120B-4A48-9AEF-0615A261DAD2}">
      <dsp:nvSpPr>
        <dsp:cNvPr id="0" name=""/>
        <dsp:cNvSpPr/>
      </dsp:nvSpPr>
      <dsp:spPr>
        <a:xfrm>
          <a:off x="6425401" y="3412988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511A5-C7DB-41FC-812D-039B80AAC61A}">
      <dsp:nvSpPr>
        <dsp:cNvPr id="0" name=""/>
        <dsp:cNvSpPr/>
      </dsp:nvSpPr>
      <dsp:spPr>
        <a:xfrm>
          <a:off x="6620001" y="3597858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Ofrece herramientas de entretenimiento y creatividad</a:t>
          </a:r>
        </a:p>
      </dsp:txBody>
      <dsp:txXfrm>
        <a:off x="6652574" y="3630431"/>
        <a:ext cx="1686255" cy="1046994"/>
      </dsp:txXfrm>
    </dsp:sp>
    <dsp:sp modelId="{CFFBCAD5-A80C-40A3-9E30-F858E2115F6F}">
      <dsp:nvSpPr>
        <dsp:cNvPr id="0" name=""/>
        <dsp:cNvSpPr/>
      </dsp:nvSpPr>
      <dsp:spPr>
        <a:xfrm>
          <a:off x="8566003" y="3412988"/>
          <a:ext cx="1751401" cy="1112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8CE80-5C4D-431A-8200-B201E8470121}">
      <dsp:nvSpPr>
        <dsp:cNvPr id="0" name=""/>
        <dsp:cNvSpPr/>
      </dsp:nvSpPr>
      <dsp:spPr>
        <a:xfrm>
          <a:off x="8760603" y="3597858"/>
          <a:ext cx="1751401" cy="1112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Favorece la colaboración en tiempo real.</a:t>
          </a:r>
        </a:p>
      </dsp:txBody>
      <dsp:txXfrm>
        <a:off x="8793176" y="3630431"/>
        <a:ext cx="1686255" cy="1046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D5D72-A3FF-E665-2CAC-FB6B8EB8A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34422D-05FB-CA70-EA69-AAC9DA2AF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129D5-6294-3A69-98FA-F2149511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9EE57F-8219-1A6F-880C-A65BB78E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9AB2CF-0846-3A5D-DB03-7ABDFC12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69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964F8-DC5B-0FDC-FECD-A1D2FEB4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D37551-CF86-2E1E-2332-2872F30B6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4129B7-FE02-4C30-CC21-2ECA790C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F351B-E2F2-A056-E9DE-79F73F41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E2ACD7-370A-8A21-028D-0931A519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0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B0A0A-44D2-2280-73CC-B550CE48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45C5ED-712F-491E-5B93-0DC4585C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ACF5A3-1161-7B17-EC3E-FB5D42C2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CF4B0E-D5CD-9A58-AC2A-93D9CF00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B0F66F-8202-0AA0-D417-5E937E79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2077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067D4-4580-E35C-C285-1B853C87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2A3825-75CC-257D-EB4E-4764205BF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41C808-27F1-3B2B-BB71-AB9B072D8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9EDA33-E153-1A30-D553-19A2BD77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FBC61E-8138-8192-6BD2-013570EC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70DEF0-0795-2E4A-EE94-05F88AA9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456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F2EA2-F439-12AA-9C97-A5864BD2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24C434-7C11-1A6B-D076-44ACB7DFB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8A0D3-4E77-3448-7EF4-3E72B1C26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88A8FD-AECA-B8AA-F535-7322F946C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63FF2ED-6E65-6E69-7F1A-4C170AECF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3353D3-D1B5-5159-6018-A560BAE7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D196AA1-D456-AC5B-F4FF-495EF54B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0916D61-1B62-3562-9B47-68CDB8D8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2930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FAC4B-A291-4226-8490-70912DE3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DB0D2E-68A8-7175-3153-AA3A1CE2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82DC60-B4BD-EBC1-47AB-45F7E3F8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C3D7B7-8E98-B7FE-AA30-1BF179C5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84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D753CF1-F078-9C77-9AE8-99A71A9A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996EE8-7FD4-2E2A-1942-F80F1828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D00752-7336-F445-225C-A72C1DD2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921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55A89-7DC5-C3FD-7797-121F78D3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9D9431-A1D6-8375-5969-BE9F9865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5CE2F6-7EEB-E18E-FCD4-942BBDBD5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B02A1A-FB13-B7B4-A139-BB6E8991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01DCB0-76A5-28AA-ADD2-4778D1A6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732F1C-5E3E-61DE-72AD-24256F7D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57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8179D-12FB-9BBE-EF21-35E29A8D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17FDCE-3040-9EEA-20BB-F204E2B7C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97EEB7-E72C-AB9C-D68B-4480CB72E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CB7383-0385-27B2-DA98-E3CC0408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AA2955-9E4F-6D85-5BFB-81F4BF58E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EF678B-A5DD-7FC3-5BF1-CE600ED5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9800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B3D73-38FC-DCD5-A528-202DC72C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540410-368D-F25A-F157-B370E8073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51CA67-26D6-254C-2A66-299FC296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DFEFF4-A1AD-3731-DBB1-6F3CE345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8E0B5C-FBE1-6186-AEE9-45B286C6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811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C744A5-8961-4132-0CC4-87B51DE87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FAF5D9-6225-1846-AFEB-31A397058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E15601-62B6-DFC1-786D-E4D4E6A9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37EC54-F3C6-FF31-E3B5-C0AFFF14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5A3752-EAC1-6D3B-393A-11E661CC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87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41BB6C-B0A6-8568-E44F-D253CE89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88EC0-5A1A-2695-0B05-A0621B099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46F997-D128-C174-ED15-4132E025E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6FCC6-F8A5-4929-A436-39D02650E5E8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FC3926-B456-437E-4653-72C3DE7F3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C7C349-B401-C5C4-3F3E-4DEA6427E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7FF23-9F93-48CD-82CE-59B9491C2B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82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MQwK2DroMU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85EEF-CB56-467B-F4DC-C1B20AA354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Impacto de la Tecnología en la Educación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B0A829-A754-FD0F-73F9-089DEE2920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Explorando cambios y desafíos en el siglo XXI</a:t>
            </a:r>
          </a:p>
        </p:txBody>
      </p:sp>
    </p:spTree>
    <p:extLst>
      <p:ext uri="{BB962C8B-B14F-4D97-AF65-F5344CB8AC3E}">
        <p14:creationId xmlns:p14="http://schemas.microsoft.com/office/powerpoint/2010/main" val="272511765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8CCF6-BA7C-723D-6DF8-4BE04DD3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02F0E-BA17-55F7-F74C-DE05AFFF1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Importancia de la tecnología en la educación moderna. </a:t>
            </a:r>
          </a:p>
          <a:p>
            <a:pPr marL="0" indent="0">
              <a:buNone/>
            </a:pPr>
            <a:r>
              <a:rPr lang="es-ES" sz="1600" dirty="0"/>
              <a:t>La tecnología desempeña un papel fundamental en la educación moderna, ya que transforma la manera en que los estudiantes aprenden y los docentes enseñan. Facilita el acceso a una gran cantidad de información y recursos educativos en línea, permite el aprendizaje personalizado y fomenta la colaboración a través de herramientas digitales. Además, mejora la motivación y el compromiso de los alumnos al incorporar elementos interactivos y multimedia en el proceso educativo.</a:t>
            </a:r>
          </a:p>
          <a:p>
            <a:r>
              <a:rPr lang="es-ES" dirty="0"/>
              <a:t> Breve historia del uso de la tecnología en ambientes educativos.</a:t>
            </a:r>
          </a:p>
          <a:p>
            <a:pPr marL="0" indent="0">
              <a:buNone/>
            </a:pPr>
            <a:r>
              <a:rPr lang="es-ES" sz="1700" dirty="0"/>
              <a:t>El uso de la tecnología en ambientes educativos ha evolucionado significativamente a lo largo del tiempo. En sus inicios, a mediados del siglo XX, se incorporaron herramientas básicas como proyectores, radios y televisores educativos. En las décadas de 1970 y 1980, con la llegada de las computadoras personales, comenzaron a desarrollarse programas educativos y laboratorios de informática en escuelas.</a:t>
            </a:r>
          </a:p>
        </p:txBody>
      </p:sp>
    </p:spTree>
    <p:extLst>
      <p:ext uri="{BB962C8B-B14F-4D97-AF65-F5344CB8AC3E}">
        <p14:creationId xmlns:p14="http://schemas.microsoft.com/office/powerpoint/2010/main" val="940780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0BA76-D93A-27EA-DF07-AE4373B92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Beneficios de la Tecnología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7E8BC4-D57E-4C37-FE23-117D52928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Acceso mejorado a recursos educativos.</a:t>
            </a:r>
          </a:p>
          <a:p>
            <a:r>
              <a:rPr lang="es-ES" dirty="0"/>
              <a:t> Facilitación del aprendizaje personalizado.</a:t>
            </a:r>
          </a:p>
          <a:p>
            <a:r>
              <a:rPr lang="es-ES" dirty="0"/>
              <a:t> Mejora de la colaboración entre estudiantes y profesores.</a:t>
            </a:r>
          </a:p>
        </p:txBody>
      </p:sp>
      <p:pic>
        <p:nvPicPr>
          <p:cNvPr id="1026" name="Picture 2" descr="Los beneficios de utilizar la tecnología para potenciar el desarrollo del  lenguaje - Eduimpulsa">
            <a:extLst>
              <a:ext uri="{FF2B5EF4-FFF2-40B4-BE49-F238E27FC236}">
                <a16:creationId xmlns:a16="http://schemas.microsoft.com/office/drawing/2014/main" id="{707FB31C-5A73-DF55-A788-DA4B9D94F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28721"/>
            <a:ext cx="3393737" cy="225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S BENEFICIOS DE LA TECNOLOGÍA EN LA EDUCACIÓN – Colegios Cruz Saco">
            <a:extLst>
              <a:ext uri="{FF2B5EF4-FFF2-40B4-BE49-F238E27FC236}">
                <a16:creationId xmlns:a16="http://schemas.microsoft.com/office/drawing/2014/main" id="{60EF1ED9-31D8-D0CA-AE00-87B5206D3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590" y="3728721"/>
            <a:ext cx="3393737" cy="225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noces los verdaderos beneficios de la tecnología en la educación? -  Instituto Las Torres Siglo XXI">
            <a:extLst>
              <a:ext uri="{FF2B5EF4-FFF2-40B4-BE49-F238E27FC236}">
                <a16:creationId xmlns:a16="http://schemas.microsoft.com/office/drawing/2014/main" id="{F335BDFC-FAAF-F94A-B1D1-0C4266EC8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624" y="3728721"/>
            <a:ext cx="2862175" cy="225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99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841702A1-7996-390D-CA27-A974D0927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919508"/>
              </p:ext>
            </p:extLst>
          </p:nvPr>
        </p:nvGraphicFramePr>
        <p:xfrm>
          <a:off x="706120" y="728344"/>
          <a:ext cx="10515600" cy="4879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99322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s multimedia en línea 3" title="Los BENEFICIOS de las NUEVAS TECNOLOGÍAS en la EDUCACIÓN">
            <a:hlinkClick r:id="" action="ppaction://media"/>
            <a:extLst>
              <a:ext uri="{FF2B5EF4-FFF2-40B4-BE49-F238E27FC236}">
                <a16:creationId xmlns:a16="http://schemas.microsoft.com/office/drawing/2014/main" id="{0EA7EC31-44F9-D704-3973-80C2CF6F005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49876" y="1019176"/>
            <a:ext cx="9092248" cy="51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0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Panorámica</PresentationFormat>
  <Paragraphs>20</Paragraphs>
  <Slides>5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Impacto de la Tecnología en la Educación </vt:lpstr>
      <vt:lpstr>Introducción</vt:lpstr>
      <vt:lpstr>Beneficios de la Tecnología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SALINAS</dc:creator>
  <cp:lastModifiedBy>JAVIER SALINAS</cp:lastModifiedBy>
  <cp:revision>1</cp:revision>
  <dcterms:created xsi:type="dcterms:W3CDTF">2025-06-05T05:27:23Z</dcterms:created>
  <dcterms:modified xsi:type="dcterms:W3CDTF">2025-06-05T05:27:34Z</dcterms:modified>
</cp:coreProperties>
</file>